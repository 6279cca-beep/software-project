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4384000" cy="13716000"/>
  <p:notesSz cx="6858000" cy="9144000"/>
  <p:embeddedFontLst>
    <p:embeddedFont>
      <p:font typeface="esamanru OTF Medium"/>
      <p:bold r:id="rId21"/>
    </p:embeddedFont>
    <p:embeddedFont>
      <p:font typeface="Pretendard Regular"/>
      <p:regular r:id="rId22"/>
    </p:embeddedFont>
    <p:embeddedFont>
      <p:font typeface="Pretendard SemiBold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1.fntdata" Type="http://schemas.openxmlformats.org/officeDocument/2006/relationships/font"/><Relationship Id="rId22" Target="fonts/font2.fntdata" Type="http://schemas.openxmlformats.org/officeDocument/2006/relationships/font"/><Relationship Id="rId23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6.png" Type="http://schemas.openxmlformats.org/officeDocument/2006/relationships/image"/><Relationship Id="rId5" Target="../media/image20.png" Type="http://schemas.openxmlformats.org/officeDocument/2006/relationships/image"/><Relationship Id="rId6" Target="../media/image18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7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15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7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8.png" Type="http://schemas.openxmlformats.org/officeDocument/2006/relationships/image"/><Relationship Id="rId7" Target="../media/image15.png" Type="http://schemas.openxmlformats.org/officeDocument/2006/relationships/image"/><Relationship Id="rId8" Target="../media/image29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1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31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40.png" Type="http://schemas.openxmlformats.org/officeDocument/2006/relationships/image"/><Relationship Id="rId6" Target="../media/image38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38.pn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6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47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016000"/>
            <a:ext cx="22339300" cy="1168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747000" y="7772400"/>
            <a:ext cx="8877300" cy="130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977100" y="8242300"/>
            <a:ext cx="2654300" cy="2654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580100" y="10515600"/>
            <a:ext cx="1206500" cy="132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92500" y="10045700"/>
            <a:ext cx="1511300" cy="149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343400" y="10045700"/>
            <a:ext cx="1574800" cy="1663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374900" y="8686800"/>
            <a:ext cx="15875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759200" y="5080000"/>
            <a:ext cx="16903700" cy="2476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331200" y="8077200"/>
            <a:ext cx="77216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55200" y="1917700"/>
            <a:ext cx="4686300" cy="92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52600" y="5334000"/>
            <a:ext cx="8813800" cy="568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74400" y="4800600"/>
            <a:ext cx="11658600" cy="673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92300" y="2209800"/>
            <a:ext cx="2247900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820000">
            <a:off x="914400" y="1752600"/>
            <a:ext cx="2882900" cy="288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310600" y="10845800"/>
            <a:ext cx="1371600" cy="138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50400" y="2006600"/>
            <a:ext cx="5295900" cy="92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48000" y="4483100"/>
            <a:ext cx="18313400" cy="736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820000">
            <a:off x="914400" y="1752600"/>
            <a:ext cx="2882900" cy="288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310600" y="10845800"/>
            <a:ext cx="1371600" cy="138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50400" y="2006600"/>
            <a:ext cx="5295900" cy="92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048000" y="4483100"/>
            <a:ext cx="18313400" cy="736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02700" y="1981200"/>
            <a:ext cx="6591300" cy="92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711700" y="5372100"/>
            <a:ext cx="14960600" cy="182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61200" y="5880100"/>
            <a:ext cx="10274300" cy="80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92300" y="2209800"/>
            <a:ext cx="2247900" cy="224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531600" y="6985000"/>
            <a:ext cx="1320800" cy="2374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711700" y="9144000"/>
            <a:ext cx="14960600" cy="182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061200" y="9664700"/>
            <a:ext cx="102743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929600" y="10464800"/>
            <a:ext cx="1587500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02700" y="1981200"/>
            <a:ext cx="6591300" cy="92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711700" y="5372100"/>
            <a:ext cx="14960600" cy="182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24700" y="5892800"/>
            <a:ext cx="10210800" cy="80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92300" y="2209800"/>
            <a:ext cx="2247900" cy="224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531600" y="6985000"/>
            <a:ext cx="1320800" cy="2374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711700" y="9144000"/>
            <a:ext cx="14960600" cy="182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416800" y="9664700"/>
            <a:ext cx="96266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929600" y="10464800"/>
            <a:ext cx="1587500" cy="172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02700" y="2019300"/>
            <a:ext cx="6591300" cy="92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20900" y="3924300"/>
            <a:ext cx="8686800" cy="866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820400" y="5308600"/>
            <a:ext cx="12306300" cy="4991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02700" y="2019300"/>
            <a:ext cx="6591300" cy="92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47800" y="4127500"/>
            <a:ext cx="10756900" cy="808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68300" y="3784600"/>
            <a:ext cx="7569200" cy="876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02700" y="2019300"/>
            <a:ext cx="6591300" cy="92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4368800"/>
            <a:ext cx="10134600" cy="703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42300" y="2717800"/>
            <a:ext cx="1574800" cy="166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1562100" y="10858500"/>
            <a:ext cx="1422400" cy="156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902700" y="2019300"/>
            <a:ext cx="6591300" cy="92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83200" y="4610100"/>
            <a:ext cx="13830300" cy="7124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42300" y="2717800"/>
            <a:ext cx="1574800" cy="166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1562100" y="10858500"/>
            <a:ext cx="1422400" cy="156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902700" y="2019300"/>
            <a:ext cx="6591300" cy="92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5400" y="6438900"/>
            <a:ext cx="2181860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42300" y="2717800"/>
            <a:ext cx="1574800" cy="166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902700" y="2019300"/>
            <a:ext cx="6591300" cy="927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3000" y="4660900"/>
            <a:ext cx="22098000" cy="637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942300" y="2717800"/>
            <a:ext cx="1574800" cy="166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680000">
            <a:off x="1562100" y="10858500"/>
            <a:ext cx="1422400" cy="156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902700" y="2019300"/>
            <a:ext cx="6591300" cy="92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" y="5067300"/>
            <a:ext cx="21221700" cy="5359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219200"/>
            <a:ext cx="22339300" cy="2336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556000"/>
            <a:ext cx="22339300" cy="9232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20820000">
            <a:off x="914400" y="1752600"/>
            <a:ext cx="2882900" cy="288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310600" y="10845800"/>
            <a:ext cx="1371600" cy="1384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90200" y="1917700"/>
            <a:ext cx="3390900" cy="92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403600" y="3873500"/>
            <a:ext cx="175768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CD89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016000"/>
            <a:ext cx="22339300" cy="1168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977100" y="8242300"/>
            <a:ext cx="2654300" cy="265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580100" y="10515600"/>
            <a:ext cx="1206500" cy="132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192500" y="10045700"/>
            <a:ext cx="1511300" cy="149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43400" y="10045700"/>
            <a:ext cx="1574800" cy="1663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74900" y="8686800"/>
            <a:ext cx="1587500" cy="172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59200" y="5499100"/>
            <a:ext cx="16903700" cy="264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